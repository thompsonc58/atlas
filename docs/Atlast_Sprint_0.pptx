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73" autoAdjust="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06F29-F7C7-4F5F-8805-20F02AB18B2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02FA4-39B2-4556-9360-9ACA5001B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2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"In my career, I've written code that I'm incredibly proud of—and I've written code I'd never want anyone to see again. Both experiences made me a better engineer. Growth doesn't come from avoiding mistakes; it comes from learning from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02FA4-39B2-4556-9360-9ACA5001BE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7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F6D0E-FB09-81A2-4F44-2CB76C5821BD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pic>
        <p:nvPicPr>
          <p:cNvPr id="6" name="Picture 5" descr="Atlas Ignition Title Page.">
            <a:extLst>
              <a:ext uri="{FF2B5EF4-FFF2-40B4-BE49-F238E27FC236}">
                <a16:creationId xmlns:a16="http://schemas.microsoft.com/office/drawing/2014/main" id="{8F7244DB-08D6-0E9E-2FB9-A17871BA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C0DE-19B8-DA18-FA8A-447D2B4D3037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Mission Brief</a:t>
            </a:r>
          </a:p>
        </p:txBody>
      </p:sp>
      <p:pic>
        <p:nvPicPr>
          <p:cNvPr id="3" name="Picture 2" descr="Mission Brief">
            <a:extLst>
              <a:ext uri="{FF2B5EF4-FFF2-40B4-BE49-F238E27FC236}">
                <a16:creationId xmlns:a16="http://schemas.microsoft.com/office/drawing/2014/main" id="{430332A0-9EAA-1C25-3ECB-EDF931C1C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4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509C-9FCE-03CB-C59F-B3776FEFE25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Welcome to Atlas</a:t>
            </a:r>
          </a:p>
        </p:txBody>
      </p:sp>
      <p:pic>
        <p:nvPicPr>
          <p:cNvPr id="3" name="Picture 2" descr="Welcome to Atlas Page">
            <a:extLst>
              <a:ext uri="{FF2B5EF4-FFF2-40B4-BE49-F238E27FC236}">
                <a16:creationId xmlns:a16="http://schemas.microsoft.com/office/drawing/2014/main" id="{2AE5B55D-8236-083E-89B0-845C28931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5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60DF-E24F-28C2-D086-51A8532883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Internship</a:t>
            </a:r>
          </a:p>
        </p:txBody>
      </p:sp>
      <p:pic>
        <p:nvPicPr>
          <p:cNvPr id="3" name="Picture 2" descr="Internship Page">
            <a:extLst>
              <a:ext uri="{FF2B5EF4-FFF2-40B4-BE49-F238E27FC236}">
                <a16:creationId xmlns:a16="http://schemas.microsoft.com/office/drawing/2014/main" id="{49805E82-F55E-D333-3244-D2348963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43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1015-30DF-7455-5F57-1C6CFBBE25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Who is Atlas?</a:t>
            </a:r>
          </a:p>
        </p:txBody>
      </p:sp>
      <p:pic>
        <p:nvPicPr>
          <p:cNvPr id="3" name="Picture 2" descr="Who is Atlas?">
            <a:extLst>
              <a:ext uri="{FF2B5EF4-FFF2-40B4-BE49-F238E27FC236}">
                <a16:creationId xmlns:a16="http://schemas.microsoft.com/office/drawing/2014/main" id="{AA5B5015-894A-12FE-4D10-78B178CB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5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A0C1-D370-2A16-89EA-6BF2AA6CB9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Before we begin</a:t>
            </a:r>
          </a:p>
        </p:txBody>
      </p:sp>
      <p:pic>
        <p:nvPicPr>
          <p:cNvPr id="3" name="Picture 2" descr="Meet Atlas">
            <a:extLst>
              <a:ext uri="{FF2B5EF4-FFF2-40B4-BE49-F238E27FC236}">
                <a16:creationId xmlns:a16="http://schemas.microsoft.com/office/drawing/2014/main" id="{338B3630-B4B8-AC55-B7C3-992C0FDF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4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C303-50F0-35C4-AAB7-0400AAA6B7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Meet the manager</a:t>
            </a:r>
          </a:p>
        </p:txBody>
      </p:sp>
      <p:pic>
        <p:nvPicPr>
          <p:cNvPr id="5" name="Picture 4" descr="Meet the manager">
            <a:extLst>
              <a:ext uri="{FF2B5EF4-FFF2-40B4-BE49-F238E27FC236}">
                <a16:creationId xmlns:a16="http://schemas.microsoft.com/office/drawing/2014/main" id="{939EABFE-B5AB-621F-AF1D-F66EF35E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6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84DF-AD5A-AC86-2491-463FECD777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Meet the team</a:t>
            </a:r>
          </a:p>
        </p:txBody>
      </p:sp>
      <p:pic>
        <p:nvPicPr>
          <p:cNvPr id="3" name="Picture 2" descr="Meet the team">
            <a:extLst>
              <a:ext uri="{FF2B5EF4-FFF2-40B4-BE49-F238E27FC236}">
                <a16:creationId xmlns:a16="http://schemas.microsoft.com/office/drawing/2014/main" id="{E3AB91DF-2ACD-5CD1-7282-B2E4B9EE5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56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A58FF-CA8E-AE10-2C04-2D0AD27BB4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Engineering Way</a:t>
            </a:r>
          </a:p>
        </p:txBody>
      </p:sp>
      <p:pic>
        <p:nvPicPr>
          <p:cNvPr id="3" name="Picture 2" descr="The way Atlas Works.">
            <a:extLst>
              <a:ext uri="{FF2B5EF4-FFF2-40B4-BE49-F238E27FC236}">
                <a16:creationId xmlns:a16="http://schemas.microsoft.com/office/drawing/2014/main" id="{5E5B6ECC-F898-26E4-35C3-FE7AEA326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F6A6-7AC8-8830-D521-42325F364D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Mission</a:t>
            </a:r>
          </a:p>
        </p:txBody>
      </p:sp>
      <p:pic>
        <p:nvPicPr>
          <p:cNvPr id="3" name="Picture 2" descr="Our MIssion">
            <a:extLst>
              <a:ext uri="{FF2B5EF4-FFF2-40B4-BE49-F238E27FC236}">
                <a16:creationId xmlns:a16="http://schemas.microsoft.com/office/drawing/2014/main" id="{5398B0E7-6F93-32DF-C329-473BDE9D2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4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FD8F-7681-0A1C-1AF4-EE873F1982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Semester Mission</a:t>
            </a:r>
          </a:p>
        </p:txBody>
      </p:sp>
      <p:pic>
        <p:nvPicPr>
          <p:cNvPr id="3" name="Picture 2" descr="The semester Missioun">
            <a:extLst>
              <a:ext uri="{FF2B5EF4-FFF2-40B4-BE49-F238E27FC236}">
                <a16:creationId xmlns:a16="http://schemas.microsoft.com/office/drawing/2014/main" id="{E07F11F7-5A17-A6E1-F882-EC11E0A4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0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7BC9-AE1B-BCC2-B5B3-610A17C2E9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Engineering Vocabulary</a:t>
            </a:r>
          </a:p>
        </p:txBody>
      </p:sp>
      <p:pic>
        <p:nvPicPr>
          <p:cNvPr id="3" name="Picture 2" descr="Vocabulary table">
            <a:extLst>
              <a:ext uri="{FF2B5EF4-FFF2-40B4-BE49-F238E27FC236}">
                <a16:creationId xmlns:a16="http://schemas.microsoft.com/office/drawing/2014/main" id="{8071B14E-FA66-12A0-B0E4-704059649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Picture 4" descr="Table for vocab">
            <a:extLst>
              <a:ext uri="{FF2B5EF4-FFF2-40B4-BE49-F238E27FC236}">
                <a16:creationId xmlns:a16="http://schemas.microsoft.com/office/drawing/2014/main" id="{44FA1289-383F-CECC-2910-651CC60B5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8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03CC-25F3-5CD2-C604-0E767D2CA9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Atlas Journey</a:t>
            </a:r>
          </a:p>
        </p:txBody>
      </p:sp>
      <p:pic>
        <p:nvPicPr>
          <p:cNvPr id="3" name="Picture 2" descr="Atlas Journey">
            <a:extLst>
              <a:ext uri="{FF2B5EF4-FFF2-40B4-BE49-F238E27FC236}">
                <a16:creationId xmlns:a16="http://schemas.microsoft.com/office/drawing/2014/main" id="{AC292129-5388-8832-E1DB-B861D54D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2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07CC-3A13-B5D1-4EB1-88B06E1976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Questions</a:t>
            </a:r>
          </a:p>
        </p:txBody>
      </p:sp>
      <p:pic>
        <p:nvPicPr>
          <p:cNvPr id="3" name="Picture 2" descr="Question Slide">
            <a:extLst>
              <a:ext uri="{FF2B5EF4-FFF2-40B4-BE49-F238E27FC236}">
                <a16:creationId xmlns:a16="http://schemas.microsoft.com/office/drawing/2014/main" id="{90F1B5A0-5AA5-6A5B-4408-914C4EB8D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7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9435</TotalTime>
  <Words>82</Words>
  <Application>Microsoft Office PowerPoint</Application>
  <PresentationFormat>Widescreen</PresentationFormat>
  <Paragraphs>16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Title Slide</vt:lpstr>
      <vt:lpstr>Mission Brief</vt:lpstr>
      <vt:lpstr>Welcome to Atlas</vt:lpstr>
      <vt:lpstr>Internship</vt:lpstr>
      <vt:lpstr>Who is Atlas?</vt:lpstr>
      <vt:lpstr>Before we begin</vt:lpstr>
      <vt:lpstr>Meet the manager</vt:lpstr>
      <vt:lpstr>Meet the team</vt:lpstr>
      <vt:lpstr>The Engineering Way</vt:lpstr>
      <vt:lpstr>Mission</vt:lpstr>
      <vt:lpstr>Semester Mission</vt:lpstr>
      <vt:lpstr>Engineering Vocabulary</vt:lpstr>
      <vt:lpstr>The Atlas Journey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CT Thompson</dc:creator>
  <cp:keywords/>
  <dc:description>generated using python-pptx</dc:description>
  <cp:lastModifiedBy>CT THOMPSON</cp:lastModifiedBy>
  <cp:revision>4</cp:revision>
  <dcterms:created xsi:type="dcterms:W3CDTF">2013-01-27T09:14:16Z</dcterms:created>
  <dcterms:modified xsi:type="dcterms:W3CDTF">2026-08-13T17:19:46Z</dcterms:modified>
  <cp:category/>
</cp:coreProperties>
</file>